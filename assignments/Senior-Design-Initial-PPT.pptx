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86478697f6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86478697f6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9d9ff59a4e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9d9ff59a4e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9d9ff59a4e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9d9ff59a4e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9d9ff59a4e_1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9d9ff59a4e_1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9d9ff59a4e_1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9d9ff59a4e_1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9d9ff59a4e_1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9d9ff59a4e_1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9d9ff59a4e_1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9d9ff59a4e_1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9d9ff59a4e_1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9d9ff59a4e_1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9d9ff59a4e_1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9d9ff59a4e_1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Code </a:t>
            </a:r>
            <a:r>
              <a:rPr lang="en"/>
              <a:t>Colosseum</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By C&amp;E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Code </a:t>
            </a:r>
            <a:r>
              <a:rPr lang="en"/>
              <a:t>Colosseum</a:t>
            </a:r>
            <a:endParaRPr/>
          </a:p>
        </p:txBody>
      </p:sp>
      <p:sp>
        <p:nvSpPr>
          <p:cNvPr id="61" name="Google Shape;61;p14"/>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Purpose</a:t>
            </a:r>
            <a:endParaRPr/>
          </a:p>
          <a:p>
            <a:pPr indent="-304800" lvl="0" marL="457200" rtl="0" algn="l">
              <a:spcBef>
                <a:spcPts val="1200"/>
              </a:spcBef>
              <a:spcAft>
                <a:spcPts val="0"/>
              </a:spcAft>
              <a:buClr>
                <a:schemeClr val="dk1"/>
              </a:buClr>
              <a:buSzPts val="1200"/>
              <a:buChar char="●"/>
            </a:pPr>
            <a:r>
              <a:rPr lang="en" sz="1200">
                <a:solidFill>
                  <a:schemeClr val="dk1"/>
                </a:solidFill>
              </a:rPr>
              <a:t>Help people develop their programming abilities through different practice problems</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Improve user skills through an online </a:t>
            </a:r>
            <a:r>
              <a:rPr lang="en" sz="1200">
                <a:solidFill>
                  <a:schemeClr val="dk1"/>
                </a:solidFill>
              </a:rPr>
              <a:t>competitive</a:t>
            </a:r>
            <a:r>
              <a:rPr lang="en" sz="1200">
                <a:solidFill>
                  <a:schemeClr val="dk1"/>
                </a:solidFill>
              </a:rPr>
              <a:t> platform</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Collaborative</a:t>
            </a:r>
            <a:r>
              <a:rPr lang="en" sz="1200">
                <a:solidFill>
                  <a:schemeClr val="dk1"/>
                </a:solidFill>
              </a:rPr>
              <a:t> platform where users can share solutions and learn from others</a:t>
            </a:r>
            <a:endParaRPr sz="1200">
              <a:solidFill>
                <a:schemeClr val="dk1"/>
              </a:solidFill>
            </a:endParaRPr>
          </a:p>
        </p:txBody>
      </p:sp>
      <p:sp>
        <p:nvSpPr>
          <p:cNvPr id="62" name="Google Shape;62;p14"/>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Goal statement</a:t>
            </a:r>
            <a:endParaRPr/>
          </a:p>
          <a:p>
            <a:pPr indent="-317500" lvl="0" marL="457200" rtl="0" algn="l">
              <a:spcBef>
                <a:spcPts val="1200"/>
              </a:spcBef>
              <a:spcAft>
                <a:spcPts val="0"/>
              </a:spcAft>
              <a:buSzPts val="1400"/>
              <a:buChar char="●"/>
            </a:pPr>
            <a:r>
              <a:rPr lang="en" sz="1200">
                <a:solidFill>
                  <a:schemeClr val="dk1"/>
                </a:solidFill>
              </a:rPr>
              <a:t>Our goal is to creating a web application for real-time competitive programming, where users can either compete with others through different game modes/exercises or practice and develop their programming skills</a:t>
            </a:r>
            <a:endParaRPr/>
          </a:p>
          <a:p>
            <a:pPr indent="-323850" lvl="0" marL="457200" rtl="0" algn="l">
              <a:spcBef>
                <a:spcPts val="0"/>
              </a:spcBef>
              <a:spcAft>
                <a:spcPts val="0"/>
              </a:spcAft>
              <a:buSzPts val="1500"/>
              <a:buChar char="●"/>
            </a:pPr>
            <a:r>
              <a:rPr lang="en" sz="1200">
                <a:solidFill>
                  <a:schemeClr val="dk1"/>
                </a:solidFill>
              </a:rPr>
              <a:t>Users will be able to log onto the platform and be pitted against other users for rank points</a:t>
            </a:r>
            <a:endParaRPr sz="1200">
              <a:solidFill>
                <a:schemeClr val="dk1"/>
              </a:solidFill>
            </a:endParaRPr>
          </a:p>
          <a:p>
            <a:pPr indent="-323850" lvl="0" marL="457200" rtl="0" algn="l">
              <a:spcBef>
                <a:spcPts val="0"/>
              </a:spcBef>
              <a:spcAft>
                <a:spcPts val="0"/>
              </a:spcAft>
              <a:buSzPts val="1500"/>
              <a:buChar char="●"/>
            </a:pPr>
            <a:r>
              <a:rPr lang="en" sz="1200">
                <a:solidFill>
                  <a:schemeClr val="dk1"/>
                </a:solidFill>
              </a:rPr>
              <a:t>There will be different game modes that offer different playing styles and challenges</a:t>
            </a:r>
            <a:endParaRPr sz="15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idx="1" type="subTitle"/>
          </p:nvPr>
        </p:nvSpPr>
        <p:spPr>
          <a:xfrm>
            <a:off x="311700" y="1098700"/>
            <a:ext cx="8520600" cy="3860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800">
                <a:solidFill>
                  <a:schemeClr val="dk1"/>
                </a:solidFill>
              </a:rPr>
              <a:t>Aidan Sommer: sommerab@mail.uc.edu</a:t>
            </a:r>
            <a:br>
              <a:rPr lang="en" sz="1800">
                <a:solidFill>
                  <a:schemeClr val="dk1"/>
                </a:solidFill>
              </a:rPr>
            </a:br>
            <a:r>
              <a:rPr lang="en" sz="1800">
                <a:solidFill>
                  <a:schemeClr val="dk1"/>
                </a:solidFill>
              </a:rPr>
              <a:t>Henock Dinberu: dinberhw@mail.uc.edu</a:t>
            </a:r>
            <a:endParaRPr sz="1800">
              <a:solidFill>
                <a:schemeClr val="dk1"/>
              </a:solidFill>
            </a:endParaRPr>
          </a:p>
          <a:p>
            <a:pPr indent="0" lvl="0" marL="0" rtl="0" algn="l">
              <a:spcBef>
                <a:spcPts val="0"/>
              </a:spcBef>
              <a:spcAft>
                <a:spcPts val="0"/>
              </a:spcAft>
              <a:buNone/>
            </a:pPr>
            <a:r>
              <a:rPr lang="en" sz="1800">
                <a:solidFill>
                  <a:schemeClr val="dk1"/>
                </a:solidFill>
              </a:rPr>
              <a:t>Rukudzo Mushunje: mushunrl@mail.uc.edu</a:t>
            </a:r>
            <a:endParaRPr sz="1800">
              <a:solidFill>
                <a:schemeClr val="dk1"/>
              </a:solidFill>
            </a:endParaRPr>
          </a:p>
          <a:p>
            <a:pPr indent="0" lvl="0" marL="0" rtl="0" algn="l">
              <a:spcBef>
                <a:spcPts val="0"/>
              </a:spcBef>
              <a:spcAft>
                <a:spcPts val="0"/>
              </a:spcAft>
              <a:buNone/>
            </a:pPr>
            <a:r>
              <a:rPr lang="en" sz="1800">
                <a:solidFill>
                  <a:schemeClr val="dk1"/>
                </a:solidFill>
              </a:rPr>
              <a:t>Giovanni: </a:t>
            </a:r>
            <a:r>
              <a:rPr lang="en" sz="1800">
                <a:solidFill>
                  <a:schemeClr val="dk1"/>
                </a:solidFill>
              </a:rPr>
              <a:t>abuaitgi@ucmail.uc.edu</a:t>
            </a:r>
            <a:endParaRPr sz="1800">
              <a:solidFill>
                <a:schemeClr val="dk1"/>
              </a:solidFill>
            </a:endParaRPr>
          </a:p>
        </p:txBody>
      </p:sp>
      <p:sp>
        <p:nvSpPr>
          <p:cNvPr id="68" name="Google Shape;68;p15"/>
          <p:cNvSpPr txBox="1"/>
          <p:nvPr>
            <p:ph idx="4294967295"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Contact Information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Abstract</a:t>
            </a:r>
            <a:endParaRPr/>
          </a:p>
        </p:txBody>
      </p:sp>
      <p:sp>
        <p:nvSpPr>
          <p:cNvPr id="74" name="Google Shape;74;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chemeClr val="dk1"/>
                </a:solidFill>
              </a:rPr>
              <a:t>Our goal is to create a platform where people with a similar goal can improve their  programming skills. </a:t>
            </a:r>
            <a:r>
              <a:rPr lang="en">
                <a:solidFill>
                  <a:schemeClr val="dk1"/>
                </a:solidFill>
              </a:rPr>
              <a:t>The platform aims to help people program across various skill levels by providing a range of different questions.</a:t>
            </a:r>
            <a:r>
              <a:rPr lang="en">
                <a:solidFill>
                  <a:schemeClr val="dk1"/>
                </a:solidFill>
              </a:rPr>
              <a:t> Additionally, players will have a choice between competing in a timed ranked mode or a </a:t>
            </a:r>
            <a:r>
              <a:rPr lang="en">
                <a:solidFill>
                  <a:schemeClr val="dk1"/>
                </a:solidFill>
              </a:rPr>
              <a:t>casual practice mode. In each mode, questions are based on a central topic and require solving a specific challenge. Once the question is solved, the grader will be ran on the users solution. Users will then be able to increase their ranked rating as well as practice and improve their skills by utilizing the various game modes available.</a:t>
            </a:r>
            <a:endParaRPr>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User story &amp; design diagram</a:t>
            </a:r>
            <a:endParaRPr/>
          </a:p>
        </p:txBody>
      </p:sp>
      <p:sp>
        <p:nvSpPr>
          <p:cNvPr id="80" name="Google Shape;80;p17"/>
          <p:cNvSpPr txBox="1"/>
          <p:nvPr>
            <p:ph idx="1" type="body"/>
          </p:nvPr>
        </p:nvSpPr>
        <p:spPr>
          <a:xfrm>
            <a:off x="311700" y="1152475"/>
            <a:ext cx="6713700" cy="3416400"/>
          </a:xfrm>
          <a:prstGeom prst="rect">
            <a:avLst/>
          </a:prstGeom>
        </p:spPr>
        <p:txBody>
          <a:bodyPr anchorCtr="0" anchor="t" bIns="91425" lIns="91425" spcFirstLastPara="1" rIns="91425" wrap="square" tIns="91425">
            <a:normAutofit/>
          </a:bodyPr>
          <a:lstStyle/>
          <a:p>
            <a:pPr indent="-317500" lvl="0" marL="457200" rtl="0" algn="l">
              <a:spcBef>
                <a:spcPts val="900"/>
              </a:spcBef>
              <a:spcAft>
                <a:spcPts val="0"/>
              </a:spcAft>
              <a:buSzPts val="1400"/>
              <a:buChar char="●"/>
            </a:pPr>
            <a:r>
              <a:rPr lang="en" sz="1200">
                <a:solidFill>
                  <a:srgbClr val="333333"/>
                </a:solidFill>
              </a:rPr>
              <a:t>As a college student looking to get my first internship this summer, I wanted to refine my problem-solving and coding abilities. I have a very competitive nature, so being able to compete with people in a real-time scenarios would be a major plus. I want to be able to practice programming problems in both a competitive and a more relaxed environment.</a:t>
            </a:r>
            <a:endParaRPr/>
          </a:p>
        </p:txBody>
      </p:sp>
      <p:pic>
        <p:nvPicPr>
          <p:cNvPr id="81" name="Google Shape;81;p17"/>
          <p:cNvPicPr preferRelativeResize="0"/>
          <p:nvPr/>
        </p:nvPicPr>
        <p:blipFill>
          <a:blip r:embed="rId3">
            <a:alphaModFix/>
          </a:blip>
          <a:stretch>
            <a:fillRect/>
          </a:stretch>
        </p:blipFill>
        <p:spPr>
          <a:xfrm>
            <a:off x="528700" y="2314725"/>
            <a:ext cx="6372225" cy="29146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Project </a:t>
            </a:r>
            <a:r>
              <a:rPr lang="en"/>
              <a:t>Constraints</a:t>
            </a:r>
            <a:endParaRPr/>
          </a:p>
        </p:txBody>
      </p:sp>
      <p:sp>
        <p:nvSpPr>
          <p:cNvPr id="87" name="Google Shape;87;p18"/>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100">
                <a:solidFill>
                  <a:schemeClr val="dk1"/>
                </a:solidFill>
              </a:rPr>
              <a:t>Economic:</a:t>
            </a:r>
            <a:endParaRPr b="1" sz="1100">
              <a:solidFill>
                <a:schemeClr val="dk1"/>
              </a:solidFill>
            </a:endParaRPr>
          </a:p>
          <a:p>
            <a:pPr indent="-298450" lvl="0" marL="457200" rtl="0" algn="l">
              <a:spcBef>
                <a:spcPts val="1200"/>
              </a:spcBef>
              <a:spcAft>
                <a:spcPts val="0"/>
              </a:spcAft>
              <a:buClr>
                <a:schemeClr val="dk1"/>
              </a:buClr>
              <a:buSzPts val="1100"/>
              <a:buChar char="●"/>
            </a:pPr>
            <a:r>
              <a:rPr lang="en" sz="1100">
                <a:solidFill>
                  <a:schemeClr val="dk1"/>
                </a:solidFill>
              </a:rPr>
              <a:t>Minimal constraints; software focus avoids high material/R&amp;D costs.</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Leverages free-tier cloud services, minimizing upfront expenses.</a:t>
            </a:r>
            <a:endParaRPr sz="1100">
              <a:solidFill>
                <a:schemeClr val="dk1"/>
              </a:solidFill>
            </a:endParaRPr>
          </a:p>
          <a:p>
            <a:pPr indent="0" lvl="0" marL="0" rtl="0" algn="l">
              <a:spcBef>
                <a:spcPts val="1200"/>
              </a:spcBef>
              <a:spcAft>
                <a:spcPts val="0"/>
              </a:spcAft>
              <a:buClr>
                <a:schemeClr val="dk1"/>
              </a:buClr>
              <a:buSzPts val="1100"/>
              <a:buFont typeface="Arial"/>
              <a:buNone/>
            </a:pPr>
            <a:r>
              <a:rPr b="1" lang="en" sz="1100">
                <a:solidFill>
                  <a:schemeClr val="dk1"/>
                </a:solidFill>
              </a:rPr>
              <a:t>Professional:</a:t>
            </a:r>
            <a:endParaRPr b="1" sz="1100">
              <a:solidFill>
                <a:schemeClr val="dk1"/>
              </a:solidFill>
            </a:endParaRPr>
          </a:p>
          <a:p>
            <a:pPr indent="-298450" lvl="0" marL="457200" rtl="0" algn="l">
              <a:spcBef>
                <a:spcPts val="1200"/>
              </a:spcBef>
              <a:spcAft>
                <a:spcPts val="0"/>
              </a:spcAft>
              <a:buClr>
                <a:schemeClr val="dk1"/>
              </a:buClr>
              <a:buSzPts val="1100"/>
              <a:buChar char="●"/>
            </a:pPr>
            <a:r>
              <a:rPr lang="en" sz="1100">
                <a:solidFill>
                  <a:schemeClr val="dk1"/>
                </a:solidFill>
              </a:rPr>
              <a:t>Core goal: A platform for developers to sharpen skills for emerging technologies (e.g., AI) and career growth.</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Supports users from beginner to advanced levels in preparing for technical interviews and.</a:t>
            </a:r>
            <a:endParaRPr/>
          </a:p>
        </p:txBody>
      </p:sp>
      <p:sp>
        <p:nvSpPr>
          <p:cNvPr id="88" name="Google Shape;88;p18"/>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100">
                <a:solidFill>
                  <a:schemeClr val="dk1"/>
                </a:solidFill>
              </a:rPr>
              <a:t>Environmental:</a:t>
            </a:r>
            <a:endParaRPr b="1" sz="1100">
              <a:solidFill>
                <a:schemeClr val="dk1"/>
              </a:solidFill>
            </a:endParaRPr>
          </a:p>
          <a:p>
            <a:pPr indent="-298450" lvl="0" marL="457200" rtl="0" algn="l">
              <a:spcBef>
                <a:spcPts val="1200"/>
              </a:spcBef>
              <a:spcAft>
                <a:spcPts val="0"/>
              </a:spcAft>
              <a:buClr>
                <a:schemeClr val="dk1"/>
              </a:buClr>
              <a:buSzPts val="1100"/>
              <a:buChar char="●"/>
            </a:pPr>
            <a:r>
              <a:rPr lang="en" sz="1100">
                <a:solidFill>
                  <a:schemeClr val="dk1"/>
                </a:solidFill>
              </a:rPr>
              <a:t>No direct environmental impact (software-based).</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Potential indirect impact from cloud computing energy usage if the platform scales significantly.</a:t>
            </a:r>
            <a:endParaRPr sz="1100">
              <a:solidFill>
                <a:schemeClr val="dk1"/>
              </a:solidFill>
            </a:endParaRPr>
          </a:p>
          <a:p>
            <a:pPr indent="0" lvl="0" marL="0" rtl="0" algn="l">
              <a:spcBef>
                <a:spcPts val="1200"/>
              </a:spcBef>
              <a:spcAft>
                <a:spcPts val="0"/>
              </a:spcAft>
              <a:buClr>
                <a:schemeClr val="dk1"/>
              </a:buClr>
              <a:buSzPts val="1100"/>
              <a:buFont typeface="Arial"/>
              <a:buNone/>
            </a:pPr>
            <a:r>
              <a:rPr b="1" lang="en" sz="1100">
                <a:solidFill>
                  <a:schemeClr val="dk1"/>
                </a:solidFill>
              </a:rPr>
              <a:t>Cultural &amp; Social:</a:t>
            </a:r>
            <a:endParaRPr b="1" sz="1100">
              <a:solidFill>
                <a:schemeClr val="dk1"/>
              </a:solidFill>
            </a:endParaRPr>
          </a:p>
          <a:p>
            <a:pPr indent="-298450" lvl="0" marL="457200" rtl="0" algn="l">
              <a:spcBef>
                <a:spcPts val="1200"/>
              </a:spcBef>
              <a:spcAft>
                <a:spcPts val="0"/>
              </a:spcAft>
              <a:buClr>
                <a:schemeClr val="dk1"/>
              </a:buClr>
              <a:buSzPts val="1100"/>
              <a:buChar char="●"/>
            </a:pPr>
            <a:r>
              <a:rPr lang="en" sz="1100">
                <a:solidFill>
                  <a:schemeClr val="dk1"/>
                </a:solidFill>
              </a:rPr>
              <a:t>Emphasizes intuitive, inclusive design to be welcoming and accessible to diverse global users.</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Aims to foster a supportive community of lifelong learners.</a:t>
            </a:r>
            <a:endParaRPr sz="11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Project Progress</a:t>
            </a:r>
            <a:endParaRPr/>
          </a:p>
        </p:txBody>
      </p:sp>
      <p:sp>
        <p:nvSpPr>
          <p:cNvPr id="94" name="Google Shape;94;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Finished</a:t>
            </a:r>
            <a:endParaRPr/>
          </a:p>
          <a:p>
            <a:pPr indent="-342900" lvl="0" marL="457200" rtl="0" algn="l">
              <a:spcBef>
                <a:spcPts val="1200"/>
              </a:spcBef>
              <a:spcAft>
                <a:spcPts val="0"/>
              </a:spcAft>
              <a:buSzPts val="1800"/>
              <a:buChar char="●"/>
            </a:pPr>
            <a:r>
              <a:rPr lang="en"/>
              <a:t>Chosen our frontend and backend frameworks</a:t>
            </a:r>
            <a:endParaRPr/>
          </a:p>
          <a:p>
            <a:pPr indent="-342900" lvl="0" marL="457200" rtl="0" algn="l">
              <a:spcBef>
                <a:spcPts val="0"/>
              </a:spcBef>
              <a:spcAft>
                <a:spcPts val="0"/>
              </a:spcAft>
              <a:buSzPts val="1800"/>
              <a:buChar char="●"/>
            </a:pPr>
            <a:r>
              <a:rPr lang="en"/>
              <a:t>Selected core infrastructure including database and dependencies</a:t>
            </a:r>
            <a:endParaRPr/>
          </a:p>
          <a:p>
            <a:pPr indent="-342900" lvl="0" marL="457200" rtl="0" algn="l">
              <a:spcBef>
                <a:spcPts val="0"/>
              </a:spcBef>
              <a:spcAft>
                <a:spcPts val="0"/>
              </a:spcAft>
              <a:buSzPts val="1800"/>
              <a:buChar char="●"/>
            </a:pPr>
            <a:r>
              <a:rPr lang="en"/>
              <a:t>Finalized user workflows and overall application workflows</a:t>
            </a:r>
            <a:endParaRPr/>
          </a:p>
          <a:p>
            <a:pPr indent="0" lvl="0" marL="0" rtl="0" algn="l">
              <a:spcBef>
                <a:spcPts val="1200"/>
              </a:spcBef>
              <a:spcAft>
                <a:spcPts val="0"/>
              </a:spcAft>
              <a:buNone/>
            </a:pPr>
            <a:r>
              <a:rPr lang="en"/>
              <a:t>Todo:</a:t>
            </a:r>
            <a:endParaRPr/>
          </a:p>
          <a:p>
            <a:pPr indent="-342900" lvl="0" marL="457200" rtl="0" algn="l">
              <a:spcBef>
                <a:spcPts val="1200"/>
              </a:spcBef>
              <a:spcAft>
                <a:spcPts val="0"/>
              </a:spcAft>
              <a:buSzPts val="1800"/>
              <a:buChar char="●"/>
            </a:pPr>
            <a:r>
              <a:rPr lang="en"/>
              <a:t>Sketching out different designs and flows for our application</a:t>
            </a:r>
            <a:endParaRPr/>
          </a:p>
          <a:p>
            <a:pPr indent="-342900" lvl="0" marL="457200" rtl="0" algn="l">
              <a:spcBef>
                <a:spcPts val="0"/>
              </a:spcBef>
              <a:spcAft>
                <a:spcPts val="0"/>
              </a:spcAft>
              <a:buSzPts val="1800"/>
              <a:buChar char="●"/>
            </a:pPr>
            <a:r>
              <a:rPr lang="en"/>
              <a:t>Deciding on logo design and website colors</a:t>
            </a:r>
            <a:endParaRPr/>
          </a:p>
          <a:p>
            <a:pPr indent="-342900" lvl="0" marL="457200" rtl="0" algn="l">
              <a:spcBef>
                <a:spcPts val="0"/>
              </a:spcBef>
              <a:spcAft>
                <a:spcPts val="0"/>
              </a:spcAft>
              <a:buSzPts val="1800"/>
              <a:buChar char="●"/>
            </a:pPr>
            <a:r>
              <a:rPr lang="en"/>
              <a:t>Finalizing user experience and smithing problem questions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Expected Accomplishments </a:t>
            </a:r>
            <a:endParaRPr/>
          </a:p>
        </p:txBody>
      </p:sp>
      <p:sp>
        <p:nvSpPr>
          <p:cNvPr id="100" name="Google Shape;100;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 fully functional and hosted web application</a:t>
            </a:r>
            <a:endParaRPr/>
          </a:p>
          <a:p>
            <a:pPr indent="-342900" lvl="0" marL="457200" rtl="0" algn="l">
              <a:spcBef>
                <a:spcPts val="0"/>
              </a:spcBef>
              <a:spcAft>
                <a:spcPts val="0"/>
              </a:spcAft>
              <a:buSzPts val="1800"/>
              <a:buChar char="●"/>
            </a:pPr>
            <a:r>
              <a:rPr lang="en"/>
              <a:t>Have a range of different problems of various difficulties</a:t>
            </a:r>
            <a:endParaRPr/>
          </a:p>
          <a:p>
            <a:pPr indent="-342900" lvl="0" marL="457200" rtl="0" algn="l">
              <a:spcBef>
                <a:spcPts val="0"/>
              </a:spcBef>
              <a:spcAft>
                <a:spcPts val="0"/>
              </a:spcAft>
              <a:buSzPts val="1800"/>
              <a:buChar char="●"/>
            </a:pPr>
            <a:r>
              <a:rPr lang="en"/>
              <a:t>An optimized and secure way to run and test </a:t>
            </a:r>
            <a:r>
              <a:rPr lang="en"/>
              <a:t>code submitted by users</a:t>
            </a:r>
            <a:endParaRPr/>
          </a:p>
          <a:p>
            <a:pPr indent="-342900" lvl="0" marL="457200" rtl="0" algn="l">
              <a:spcBef>
                <a:spcPts val="0"/>
              </a:spcBef>
              <a:spcAft>
                <a:spcPts val="0"/>
              </a:spcAft>
              <a:buSzPts val="1800"/>
              <a:buChar char="●"/>
            </a:pPr>
            <a:r>
              <a:rPr lang="en"/>
              <a:t>A working demo for users to connect to and challenge each other in real-time</a:t>
            </a:r>
            <a:endParaRPr/>
          </a:p>
          <a:p>
            <a:pPr indent="-342900" lvl="0" marL="457200" rtl="0" algn="l">
              <a:spcBef>
                <a:spcPts val="0"/>
              </a:spcBef>
              <a:spcAft>
                <a:spcPts val="0"/>
              </a:spcAft>
              <a:buSzPts val="1800"/>
              <a:buChar char="●"/>
            </a:pPr>
            <a:r>
              <a:rPr lang="en"/>
              <a:t>Two separate modes for online head-to-head and practice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Division of Work</a:t>
            </a:r>
            <a:endParaRPr/>
          </a:p>
        </p:txBody>
      </p:sp>
      <p:sp>
        <p:nvSpPr>
          <p:cNvPr id="106" name="Google Shape;106;p21"/>
          <p:cNvSpPr txBox="1"/>
          <p:nvPr>
            <p:ph idx="1" type="body"/>
          </p:nvPr>
        </p:nvSpPr>
        <p:spPr>
          <a:xfrm>
            <a:off x="311700" y="1157547"/>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Henock Dinberu</a:t>
            </a:r>
            <a:endParaRPr/>
          </a:p>
          <a:p>
            <a:pPr indent="-317500" lvl="1" marL="914400" rtl="0" algn="l">
              <a:spcBef>
                <a:spcPts val="0"/>
              </a:spcBef>
              <a:spcAft>
                <a:spcPts val="0"/>
              </a:spcAft>
              <a:buSzPts val="1400"/>
              <a:buChar char="○"/>
            </a:pPr>
            <a:r>
              <a:rPr lang="en"/>
              <a:t>Full-stack Development</a:t>
            </a:r>
            <a:endParaRPr/>
          </a:p>
          <a:p>
            <a:pPr indent="-342900" lvl="0" marL="457200" rtl="0" algn="l">
              <a:spcBef>
                <a:spcPts val="0"/>
              </a:spcBef>
              <a:spcAft>
                <a:spcPts val="0"/>
              </a:spcAft>
              <a:buSzPts val="1800"/>
              <a:buChar char="●"/>
            </a:pPr>
            <a:r>
              <a:rPr lang="en"/>
              <a:t>Aidan Sommer</a:t>
            </a:r>
            <a:endParaRPr/>
          </a:p>
          <a:p>
            <a:pPr indent="-317500" lvl="1" marL="914400" rtl="0" algn="l">
              <a:spcBef>
                <a:spcPts val="0"/>
              </a:spcBef>
              <a:spcAft>
                <a:spcPts val="0"/>
              </a:spcAft>
              <a:buSzPts val="1400"/>
              <a:buChar char="○"/>
            </a:pPr>
            <a:r>
              <a:rPr lang="en"/>
              <a:t>Full-Stack Development</a:t>
            </a:r>
            <a:endParaRPr/>
          </a:p>
          <a:p>
            <a:pPr indent="-342900" lvl="0" marL="457200" rtl="0" algn="l">
              <a:spcBef>
                <a:spcPts val="0"/>
              </a:spcBef>
              <a:spcAft>
                <a:spcPts val="0"/>
              </a:spcAft>
              <a:buSzPts val="1800"/>
              <a:buChar char="●"/>
            </a:pPr>
            <a:r>
              <a:rPr lang="en"/>
              <a:t>Rukudzo Mushunje</a:t>
            </a:r>
            <a:endParaRPr/>
          </a:p>
          <a:p>
            <a:pPr indent="-317500" lvl="1" marL="914400" rtl="0" algn="l">
              <a:spcBef>
                <a:spcPts val="0"/>
              </a:spcBef>
              <a:spcAft>
                <a:spcPts val="0"/>
              </a:spcAft>
              <a:buSzPts val="1400"/>
              <a:buChar char="○"/>
            </a:pPr>
            <a:r>
              <a:rPr lang="en"/>
              <a:t>Database Management</a:t>
            </a:r>
            <a:endParaRPr/>
          </a:p>
          <a:p>
            <a:pPr indent="-317500" lvl="1" marL="914400" rtl="0" algn="l">
              <a:spcBef>
                <a:spcPts val="0"/>
              </a:spcBef>
              <a:spcAft>
                <a:spcPts val="0"/>
              </a:spcAft>
              <a:buSzPts val="1400"/>
              <a:buChar char="○"/>
            </a:pPr>
            <a:r>
              <a:rPr lang="en"/>
              <a:t>Application Design / Testing</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Demo Expectations</a:t>
            </a:r>
            <a:endParaRPr/>
          </a:p>
        </p:txBody>
      </p:sp>
      <p:sp>
        <p:nvSpPr>
          <p:cNvPr id="112" name="Google Shape;112;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 </a:t>
            </a:r>
            <a:r>
              <a:rPr lang="en"/>
              <a:t>functional</a:t>
            </a:r>
            <a:r>
              <a:rPr lang="en"/>
              <a:t> and published website where users can </a:t>
            </a:r>
            <a:r>
              <a:rPr lang="en"/>
              <a:t>compete</a:t>
            </a:r>
            <a:endParaRPr/>
          </a:p>
          <a:p>
            <a:pPr indent="-342900" lvl="0" marL="457200" rtl="0" algn="l">
              <a:spcBef>
                <a:spcPts val="0"/>
              </a:spcBef>
              <a:spcAft>
                <a:spcPts val="0"/>
              </a:spcAft>
              <a:buSzPts val="1800"/>
              <a:buChar char="●"/>
            </a:pPr>
            <a:r>
              <a:rPr lang="en"/>
              <a:t>Live demonstration that shows application usage in real time</a:t>
            </a:r>
            <a:endParaRPr/>
          </a:p>
          <a:p>
            <a:pPr indent="-342900" lvl="0" marL="457200" rtl="0" algn="l">
              <a:spcBef>
                <a:spcPts val="0"/>
              </a:spcBef>
              <a:spcAft>
                <a:spcPts val="0"/>
              </a:spcAft>
              <a:buSzPts val="1800"/>
              <a:buChar char="●"/>
            </a:pPr>
            <a:r>
              <a:rPr lang="en"/>
              <a:t>Demonstrate both head-to-head and practice scenarios</a:t>
            </a:r>
            <a:endParaRPr/>
          </a:p>
          <a:p>
            <a:pPr indent="0" lvl="0" marL="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